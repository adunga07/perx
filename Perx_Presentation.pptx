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PERX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6B6D4"/>
                </a:solidFill>
              </a:rPr>
              <a:t>Albania's First Employee Benefits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Connecting employees, employers and local businesses through smart perks.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280160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49840" y="1737360"/>
            <a:ext cx="201168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75520" y="237744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424160" y="2926080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3474720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4572000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63600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</a:rPr>
              <a:t>Employee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572000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8688" y="463600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Employer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4572000"/>
            <a:ext cx="1920240" cy="50292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4688" y="463600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Hackathon 2026  ·  Tirana, Albania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0515600" cy="100584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361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D8F0"/>
                </a:solidFill>
              </a:rPr>
              <a:t>Employers struggle to offer meaningful benefits beyond salary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10515600" cy="100584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2491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D8F0"/>
                </a:solidFill>
              </a:rPr>
              <a:t>Employees don't know what perks are available or how to use 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49039"/>
            <a:ext cx="10515600" cy="100584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91363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13631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D8F0"/>
                </a:solidFill>
              </a:rPr>
              <a:t>Local businesses have no channel to reach corporate employees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937760"/>
            <a:ext cx="10515600" cy="100584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10235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10235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D8F0"/>
                </a:solidFill>
              </a:rPr>
              <a:t>Benefit management is manual, slow and disconnected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 three-sided marketplace that connects everyone in the benefits ecosystem.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749039" cy="45720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Browse &amp; redeem perks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Track budget &amp;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6849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Personalised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1830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Birthday gift surprises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749039" cy="45720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7451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Employer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Manage team budgets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Approve perk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96849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AI employee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71830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Spend analytics &amp;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737360"/>
            <a:ext cx="3749039" cy="45720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87451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468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List &amp; manage offers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Real-time redemption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96849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Revenue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71830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AE8"/>
                </a:solidFill>
              </a:rPr>
              <a:t>- Reach corporate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577840" cy="15087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81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81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AI Employee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LLM-generated summaries of each employee's benefit habits, updated on demand.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577840" cy="15087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81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81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Birthday Gift AI Chatbot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Employer sets a budget; chatbot recommends personalised perks based on the AI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54680"/>
            <a:ext cx="5577840" cy="15087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319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92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Live Employer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Budget utilisation, approval queues, category spend caps, and top-perk insights.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54680"/>
            <a:ext cx="5577840" cy="15087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319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3192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Smart Perk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749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Category filters, search, discount badges, and validity countdowns for employees.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5577840" cy="15087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056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56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Real-time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486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Toast + bell system for approvals, redemptions, and birthday alerts.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892040"/>
            <a:ext cx="5577840" cy="15087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5056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056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Provider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486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Sparkline charts, redemption tracking, and offer performance for business partners.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9E0B"/>
                </a:solidFill>
              </a:rPr>
              <a:t>🎂  Birthday Gift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The flagship feature — AI-driven personalised gifting at zero extra effort for employers.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881360" cy="804672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65376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379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314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AI Profile 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2880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8F0"/>
                </a:solidFill>
              </a:rPr>
              <a:t>System analyses each employee's perk history and generates a natural-language summary of their interests and preferences.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0048"/>
            <a:ext cx="10881360" cy="804672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798064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770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314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43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Birthday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761488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8F0"/>
                </a:solidFill>
              </a:rPr>
              <a:t>Employer sees a pulsing 🎂 badge on the employee row up to 14 days before the birthday, with a Birthday Gift button.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02736"/>
            <a:ext cx="10881360" cy="804672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73075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314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758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Set Your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694176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8F0"/>
                </a:solidFill>
              </a:rPr>
              <a:t>Employer opens the chatbot and types (or taps) a budget in Albanian Lek. Quick-chip shortcuts make this one click.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35424"/>
            <a:ext cx="10881360" cy="804672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636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314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08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AI Recommends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626864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8F0"/>
                </a:solidFill>
              </a:rPr>
              <a:t>Chatbot scores all active perks against the AI summary keywords + perk history and returns the top 3 ranked options.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68112"/>
            <a:ext cx="10881360" cy="804672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5596128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568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314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412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Confirm &amp; Send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559552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8F0"/>
                </a:solidFill>
              </a:rPr>
              <a:t>Employer says "send" — gift is tagged, budget is deducted, employee gets a birthday notification with the gift.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092" y="1472466"/>
            <a:ext cx="5486400" cy="1362173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172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204" y="169140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6B6D4"/>
                </a:solidFill>
              </a:rPr>
              <a:t>React 18 + </a:t>
            </a:r>
            <a:r>
              <a:rPr sz="1500" b="1" i="0" dirty="0" err="1">
                <a:solidFill>
                  <a:srgbClr val="06B6D4"/>
                </a:solidFill>
              </a:rPr>
              <a:t>Vite</a:t>
            </a:r>
            <a:r>
              <a:rPr sz="1500" b="1" i="0" dirty="0">
                <a:solidFill>
                  <a:srgbClr val="06B6D4"/>
                </a:solidFill>
              </a:rPr>
              <a:t>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9459" y="2258285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</a:rPr>
              <a:t>Fast SPA with HMR — component-driven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72466"/>
            <a:ext cx="5486400" cy="13716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5486400" cy="13716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3659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Mock AI (LLM-ready)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166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Streaming typewriter responses; drop-in for real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572000"/>
            <a:ext cx="5486400" cy="13716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73659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Fully Responsive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166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Mobile-first breakpoints across all three portals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57C3A2-3855-4E2A-A9E9-9C91807BB068}"/>
              </a:ext>
            </a:extLst>
          </p:cNvPr>
          <p:cNvSpPr txBox="1"/>
          <p:nvPr/>
        </p:nvSpPr>
        <p:spPr>
          <a:xfrm>
            <a:off x="6745821" y="1820465"/>
            <a:ext cx="42335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C00000"/>
                </a:solidFill>
              </a:rPr>
              <a:t>.NET  and MySQL</a:t>
            </a:r>
            <a:br>
              <a:rPr lang="en-US" sz="1500" b="1" dirty="0">
                <a:solidFill>
                  <a:srgbClr val="C00000"/>
                </a:solidFill>
              </a:rPr>
            </a:br>
            <a:endParaRPr lang="en-US" sz="15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6B6D4"/>
                </a:solidFill>
              </a:rPr>
              <a:t>50,000+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Formal sector
employees in Tirana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606040" cy="21945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508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€2M+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Estimated annual
benefit spend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606040" cy="21945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</a:rPr>
              <a:t>5,000+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SMBs eligible
to list as providers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606040" cy="21945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50876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468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Existing digital
benefit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Why Albania?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5196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D8F0"/>
                </a:solidFill>
              </a:rPr>
              <a:t>• Rapidly growing tech and startup ecosystem in Tirana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D8F0"/>
                </a:solidFill>
              </a:rPr>
              <a:t>• Employer-of-record market expanding; benefits are a key talent differentiator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D8F0"/>
                </a:solidFill>
              </a:rPr>
              <a:t>• No existing digital benefits platform — greenfield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D8F0"/>
                </a:solidFill>
              </a:rPr>
              <a:t>• Strong diaspora remittance culture = appetite for premium lifestyle perks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Live Demo — What to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Employee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48132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D8F0"/>
                </a:solidFill>
              </a:rPr>
              <a:t>Browse 10 live perks across 9 categories · redeem with one click · track budget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5728"/>
            <a:ext cx="10881360" cy="86868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395728"/>
            <a:ext cx="73152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Employer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05456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D8F0"/>
                </a:solidFill>
              </a:rPr>
              <a:t>Real-time metrics · approval queue · budget caps · employee AI summaries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19856"/>
            <a:ext cx="10881360" cy="86868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41985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112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Birthday 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529584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D8F0"/>
                </a:solidFill>
              </a:rPr>
              <a:t>Ana Koci's birthday is TODAY — open Employee Management → Birthday Gift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43984"/>
            <a:ext cx="10881360" cy="86868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4443984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53542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Provider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53712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D8F0"/>
                </a:solidFill>
              </a:rPr>
              <a:t>Add/edit perks with live preview · sparkline revenue chart · offer toggle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68112"/>
            <a:ext cx="10881360" cy="86868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5468112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5595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Design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57784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D8F0"/>
                </a:solidFill>
              </a:rPr>
              <a:t>Glassmorphism · role-colour system · streaming typewriter AI responses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Built in 48 hours  ·  React + Vite + Zustand  ·  No backend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PERX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6B6D4"/>
                </a:solidFill>
              </a:rPr>
              <a:t>Smarter benefits for Albania's workforce.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94A3B8"/>
                </a:solidFill>
              </a:rPr>
              <a:t>Tirana  · 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23360"/>
            <a:ext cx="3474720" cy="82296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github.com/adunga07/perx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280160"/>
            <a:ext cx="25603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32720" y="1920240"/>
            <a:ext cx="2560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789920" y="2926080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3657600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618</Words>
  <Application>Microsoft Office PowerPoint</Application>
  <PresentationFormat>Custom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xhoana thano</cp:lastModifiedBy>
  <cp:revision>2</cp:revision>
  <dcterms:created xsi:type="dcterms:W3CDTF">2013-01-27T09:14:16Z</dcterms:created>
  <dcterms:modified xsi:type="dcterms:W3CDTF">2026-06-21T08:08:52Z</dcterms:modified>
  <cp:category/>
</cp:coreProperties>
</file>