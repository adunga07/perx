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725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3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FFFFFF"/>
                </a:solidFill>
              </a:rPr>
              <a:t>PERX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260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06B6D4"/>
                </a:solidFill>
              </a:rPr>
              <a:t>Albania's First Employee Benefits Marketplace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4A3B8"/>
                </a:solidFill>
              </a:rPr>
              <a:t>Connecting employees, employers and local businesses through smart perks.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1280160"/>
            <a:ext cx="201168" cy="20116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149840" y="1737360"/>
            <a:ext cx="201168" cy="20116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875520" y="2377440"/>
            <a:ext cx="201168" cy="2011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0424160" y="2926080"/>
            <a:ext cx="201168" cy="20116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418320" y="3474720"/>
            <a:ext cx="201168" cy="20116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4572000"/>
            <a:ext cx="1920240" cy="50292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32688" y="4636008"/>
            <a:ext cx="1737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7C3AED"/>
                </a:solidFill>
              </a:rPr>
              <a:t>Employee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4572000"/>
            <a:ext cx="1920240" cy="50292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218688" y="4636008"/>
            <a:ext cx="1737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6B6D4"/>
                </a:solidFill>
              </a:rPr>
              <a:t>Employer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94960" y="4572000"/>
            <a:ext cx="1920240" cy="50292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504688" y="4636008"/>
            <a:ext cx="1737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9E0B"/>
                </a:solidFill>
              </a:rPr>
              <a:t>Provider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943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Hackathon 2026  ·  Tirana, Albania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3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71600"/>
            <a:ext cx="10515600" cy="100584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536192"/>
            <a:ext cx="548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536192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2D8F0"/>
                </a:solidFill>
              </a:rPr>
              <a:t>Employers struggle to offer meaningful benefits beyond salary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560320"/>
            <a:ext cx="10515600" cy="100584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724912"/>
            <a:ext cx="548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724912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2D8F0"/>
                </a:solidFill>
              </a:rPr>
              <a:t>Employees don't know what perks are available or how to use them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749039"/>
            <a:ext cx="10515600" cy="100584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3913631"/>
            <a:ext cx="548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913631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2D8F0"/>
                </a:solidFill>
              </a:rPr>
              <a:t>Local businesses have no channel to reach corporate employees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937760"/>
            <a:ext cx="10515600" cy="100584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5102352"/>
            <a:ext cx="548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5102352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2D8F0"/>
                </a:solidFill>
              </a:rPr>
              <a:t>Benefit management is manual, slow and disconnected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3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Our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4A3B8"/>
                </a:solidFill>
              </a:rPr>
              <a:t>A three-sided marketplace that connects everyone in the benefits ecosystem.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737360"/>
            <a:ext cx="3749039" cy="457200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87451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874519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7C3AED"/>
                </a:solidFill>
              </a:rPr>
              <a:t>Employee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46888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4CAE8"/>
                </a:solidFill>
              </a:rPr>
              <a:t>- Browse &amp; redeem perks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18688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4CAE8"/>
                </a:solidFill>
              </a:rPr>
              <a:t>- Track budget &amp; history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68496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4CAE8"/>
                </a:solidFill>
              </a:rPr>
              <a:t>- Personalised recommendations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718304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4CAE8"/>
                </a:solidFill>
              </a:rPr>
              <a:t>- Birthday gift surprises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737360"/>
            <a:ext cx="3749039" cy="457200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63440" y="187451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1874519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6B6D4"/>
                </a:solidFill>
              </a:rPr>
              <a:t>Employer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46888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4CAE8"/>
                </a:solidFill>
              </a:rPr>
              <a:t>- Manage team budgets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218688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4CAE8"/>
                </a:solidFill>
              </a:rPr>
              <a:t>- Approve perk requests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3968496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4CAE8"/>
                </a:solidFill>
              </a:rPr>
              <a:t>- AI employee profiles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4718304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4CAE8"/>
                </a:solidFill>
              </a:rPr>
              <a:t>- Spend analytics &amp; insights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66760" y="1737360"/>
            <a:ext cx="3749039" cy="457200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95360" y="187451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1874519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9E0B"/>
                </a:solidFill>
              </a:rPr>
              <a:t>Provider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246888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4CAE8"/>
                </a:solidFill>
              </a:rPr>
              <a:t>- List &amp; manage offers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3218688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4CAE8"/>
                </a:solidFill>
              </a:rPr>
              <a:t>- Real-time redemption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3968496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4CAE8"/>
                </a:solidFill>
              </a:rPr>
              <a:t>- Revenue dashboard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4718304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4CAE8"/>
                </a:solidFill>
              </a:rPr>
              <a:t>- Reach corporate clients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3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Key Features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17320"/>
            <a:ext cx="5577840" cy="150876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58191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58191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0B981"/>
                </a:solidFill>
              </a:rPr>
              <a:t>AI Employee Profiles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0116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LLM-generated summaries of each employee's benefit habits, updated on demand.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417320"/>
            <a:ext cx="5577840" cy="150876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0" y="158191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158191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9E0B"/>
                </a:solidFill>
              </a:rPr>
              <a:t>Birthday Gift AI Chatbot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20116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Employer sets a budget; chatbot recommends personalised perks based on the AI profile.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154680"/>
            <a:ext cx="5577840" cy="150876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33192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3192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6B6D4"/>
                </a:solidFill>
              </a:rPr>
              <a:t>Live Employer Dashboard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74904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Budget utilisation, approval queues, category spend caps, and top-perk insights.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154680"/>
            <a:ext cx="5577840" cy="150876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83680" y="33192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🏷️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86600" y="33192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C3AED"/>
                </a:solidFill>
              </a:rPr>
              <a:t>Smart Perk Discovery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374904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Category filters, search, discount badges, and validity countdowns for employees.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892040"/>
            <a:ext cx="5577840" cy="150876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5800" y="50566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5056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0B981"/>
                </a:solidFill>
              </a:rPr>
              <a:t>Real-time Notifications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54864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Toast + bell system for approvals, redemptions, and birthday alerts.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4892040"/>
            <a:ext cx="5577840" cy="150876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83680" y="50566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5056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9E0B"/>
                </a:solidFill>
              </a:rPr>
              <a:t>Provider Analytics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54864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Sparkline charts, redemption tracking, and offer performance for business partners.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3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59E0B"/>
                </a:solidFill>
              </a:rPr>
              <a:t>🎂  Birthday Gift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4A3B8"/>
                </a:solidFill>
              </a:rPr>
              <a:t>The flagship feature — AI-driven personalised gifting at zero extra effort for employers.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10881360" cy="804672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1865376"/>
            <a:ext cx="502920" cy="5029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837944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60314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81051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B6D4"/>
                </a:solidFill>
              </a:rPr>
              <a:t>AI Profile Generated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828800"/>
            <a:ext cx="7406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D8F0"/>
                </a:solidFill>
              </a:rPr>
              <a:t>System analyses each employee's perk history and generates a natural-language summary of their interests and preferences.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670048"/>
            <a:ext cx="10881360" cy="804672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77240" y="2798064"/>
            <a:ext cx="502920" cy="5029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77063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60314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74320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C3AED"/>
                </a:solidFill>
              </a:rPr>
              <a:t>Birthday Alert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761488"/>
            <a:ext cx="7406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D8F0"/>
                </a:solidFill>
              </a:rPr>
              <a:t>Employer sees a pulsing 🎂 badge on the employee row up to 14 days before the birthday, with a Birthday Gift button.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602736"/>
            <a:ext cx="10881360" cy="804672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3730752"/>
            <a:ext cx="502920" cy="502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37033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60314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367588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</a:rPr>
              <a:t>Set Your Budget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3694176"/>
            <a:ext cx="7406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D8F0"/>
                </a:solidFill>
              </a:rPr>
              <a:t>Employer opens the chatbot and types (or taps) a budget in Albanian Lek. Quick-chip shortcuts make this one click.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535424"/>
            <a:ext cx="10881360" cy="804672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77240" y="4663440"/>
            <a:ext cx="50292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7240" y="463600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60314"/>
                </a:solidFill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460857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</a:rPr>
              <a:t>AI Recommends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31920" y="4626864"/>
            <a:ext cx="7406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D8F0"/>
                </a:solidFill>
              </a:rPr>
              <a:t>Chatbot scores all active perks against the AI summary keywords + perk history and returns the top 3 ranked options.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5468112"/>
            <a:ext cx="10881360" cy="804672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77240" y="5596128"/>
            <a:ext cx="502920" cy="5029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77240" y="556869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60314"/>
                </a:solidFill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554126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B6D4"/>
                </a:solidFill>
              </a:rPr>
              <a:t>Confirm &amp; Send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31920" y="5559552"/>
            <a:ext cx="7406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D8F0"/>
                </a:solidFill>
              </a:rPr>
              <a:t>Employer says "send" — gift is tagged, budget is deducted, employee gets a birthday notification with the gift.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3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 dirty="0">
                <a:solidFill>
                  <a:srgbClr val="FFFFFF"/>
                </a:solidFill>
              </a:rPr>
              <a:t>Tech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426092" y="1472466"/>
            <a:ext cx="5486400" cy="1362173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917263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 dirty="0">
                <a:solidFill>
                  <a:srgbClr val="FFFFFF"/>
                </a:solidFill>
              </a:rPr>
              <a:t>⚛️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97204" y="1691404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>
                <a:solidFill>
                  <a:srgbClr val="06B6D4"/>
                </a:solidFill>
              </a:rPr>
              <a:t>React 18 + </a:t>
            </a:r>
            <a:r>
              <a:rPr sz="1500" b="1" i="0" dirty="0" err="1">
                <a:solidFill>
                  <a:srgbClr val="06B6D4"/>
                </a:solidFill>
              </a:rPr>
              <a:t>Vite</a:t>
            </a:r>
            <a:r>
              <a:rPr sz="1500" b="1" i="0" dirty="0">
                <a:solidFill>
                  <a:srgbClr val="06B6D4"/>
                </a:solidFill>
              </a:rPr>
              <a:t>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9459" y="2258285"/>
            <a:ext cx="4389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94A3B8"/>
                </a:solidFill>
              </a:rPr>
              <a:t>Fast SPA with HMR — component-driven UI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472466"/>
            <a:ext cx="5486400" cy="137160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0" name="Rectangle 19"/>
          <p:cNvSpPr/>
          <p:nvPr/>
        </p:nvSpPr>
        <p:spPr>
          <a:xfrm>
            <a:off x="548640" y="4572000"/>
            <a:ext cx="5486400" cy="137160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4754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4736592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6B6D4"/>
                </a:solidFill>
              </a:rPr>
              <a:t>Mock AI (LLM-ready)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166360"/>
            <a:ext cx="4389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Streaming typewriter responses; drop-in for real API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4572000"/>
            <a:ext cx="5486400" cy="137160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83680" y="4754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4736592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C3AED"/>
                </a:solidFill>
              </a:rPr>
              <a:t>Fully Responsive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5166360"/>
            <a:ext cx="4389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Mobile-first breakpoints across all three portals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A57C3A2-3855-4E2A-A9E9-9C91807BB068}"/>
              </a:ext>
            </a:extLst>
          </p:cNvPr>
          <p:cNvSpPr txBox="1"/>
          <p:nvPr/>
        </p:nvSpPr>
        <p:spPr>
          <a:xfrm>
            <a:off x="6745821" y="1820465"/>
            <a:ext cx="42335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b="1" dirty="0">
                <a:solidFill>
                  <a:srgbClr val="C00000"/>
                </a:solidFill>
              </a:rPr>
              <a:t>.NET  and MySQL</a:t>
            </a:r>
            <a:br>
              <a:rPr lang="en-US" sz="1500" b="1" dirty="0">
                <a:solidFill>
                  <a:srgbClr val="C00000"/>
                </a:solidFill>
              </a:rPr>
            </a:br>
            <a:endParaRPr lang="en-US" sz="1500" b="1" dirty="0">
              <a:solidFill>
                <a:srgbClr val="C00000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3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Market Opportunity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2606040" cy="219456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06B6D4"/>
                </a:solidFill>
              </a:rPr>
              <a:t>50,000+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</a:rPr>
              <a:t>Formal sector
employees in Tirana</a:t>
            </a:r>
          </a:p>
        </p:txBody>
      </p:sp>
      <p:sp>
        <p:nvSpPr>
          <p:cNvPr id="7" name="Rectangle 6"/>
          <p:cNvSpPr/>
          <p:nvPr/>
        </p:nvSpPr>
        <p:spPr>
          <a:xfrm>
            <a:off x="3291840" y="1371600"/>
            <a:ext cx="2606040" cy="219456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383280" y="150876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59E0B"/>
                </a:solidFill>
              </a:rPr>
              <a:t>€2M+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468880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</a:rPr>
              <a:t>Estimated annual
benefit spend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371600"/>
            <a:ext cx="2606040" cy="219456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0" y="150876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0B981"/>
                </a:solidFill>
              </a:rPr>
              <a:t>5,000+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468880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</a:rPr>
              <a:t>SMBs eligible
to list as providers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61120" y="1371600"/>
            <a:ext cx="2606040" cy="219456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052560" y="150876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7C3AED"/>
                </a:solidFill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2468880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</a:rPr>
              <a:t>Existing digital
benefit platforms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749039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Why Albania?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251960"/>
            <a:ext cx="10515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2D8F0"/>
                </a:solidFill>
              </a:rPr>
              <a:t>• Rapidly growing tech and startup ecosystem in Tirana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754880"/>
            <a:ext cx="10515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2D8F0"/>
                </a:solidFill>
              </a:rPr>
              <a:t>• Employer-of-record market expanding; benefits are a key talent differentiator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257800"/>
            <a:ext cx="10515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2D8F0"/>
                </a:solidFill>
              </a:rPr>
              <a:t>• No existing digital benefits platform — greenfield opportunity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760720"/>
            <a:ext cx="10515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2D8F0"/>
                </a:solidFill>
              </a:rPr>
              <a:t>• Strong diaspora remittance culture = appetite for premium lifestyle perks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3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Live Demo — What to Watch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881360" cy="86868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73152" cy="8686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C3AED"/>
                </a:solidFill>
              </a:rPr>
              <a:t>Employee portal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481328"/>
            <a:ext cx="7223760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E2D8F0"/>
                </a:solidFill>
              </a:rPr>
              <a:t>Browse 10 live perks across 9 categories · redeem with one click · track budget</a:t>
            </a:r>
            <a:br>
              <a:rPr lang="en-US" sz="1300" b="0" i="0" dirty="0">
                <a:solidFill>
                  <a:srgbClr val="E2D8F0"/>
                </a:solidFill>
              </a:rPr>
            </a:br>
            <a:r>
              <a:rPr lang="en-US" sz="1300" b="0" i="0" dirty="0">
                <a:solidFill>
                  <a:srgbClr val="E2D8F0"/>
                </a:solidFill>
              </a:rPr>
              <a:t>USERNAME: junction@company.al</a:t>
            </a:r>
            <a:br>
              <a:rPr lang="en-US" sz="1300" b="0" i="0" dirty="0">
                <a:solidFill>
                  <a:srgbClr val="E2D8F0"/>
                </a:solidFill>
              </a:rPr>
            </a:br>
            <a:r>
              <a:rPr lang="en-US" sz="1300" b="0" i="0" dirty="0">
                <a:solidFill>
                  <a:srgbClr val="E2D8F0"/>
                </a:solidFill>
              </a:rPr>
              <a:t>PASSWORD: albania123</a:t>
            </a:r>
            <a:endParaRPr sz="1300" b="0" i="0" dirty="0">
              <a:solidFill>
                <a:srgbClr val="E2D8F0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40080" y="2395728"/>
            <a:ext cx="10881360" cy="86868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2395728"/>
            <a:ext cx="73152" cy="8686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487168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6B6D4"/>
                </a:solidFill>
              </a:rPr>
              <a:t>Employer 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2505456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D8F0"/>
                </a:solidFill>
              </a:rPr>
              <a:t>Real-time metrics · approval queue · budget caps · employee AI summaries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419856"/>
            <a:ext cx="10881360" cy="86868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" y="3419856"/>
            <a:ext cx="7315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3511296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9E0B"/>
                </a:solidFill>
              </a:rPr>
              <a:t>Birthday chatbot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3529584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D8F0"/>
                </a:solidFill>
              </a:rPr>
              <a:t>Ana Koci's birthday is TODAY — open Employee Management → Birthday Gift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443984"/>
            <a:ext cx="10881360" cy="86868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0080" y="4443984"/>
            <a:ext cx="73152" cy="8686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4535424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0B981"/>
                </a:solidFill>
              </a:rPr>
              <a:t>Provider portal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4553712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D8F0"/>
                </a:solidFill>
              </a:rPr>
              <a:t>Add/edit perks with live preview · sparkline revenue chart · offer toggle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468112"/>
            <a:ext cx="10881360" cy="86868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40080" y="5468112"/>
            <a:ext cx="73152" cy="8686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4400" y="555955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C3AED"/>
                </a:solidFill>
              </a:rPr>
              <a:t>Design language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5577840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D8F0"/>
                </a:solidFill>
              </a:rPr>
              <a:t>Glassmorphism · role-colour system · streaming typewriter AI responses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6446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4A3B8"/>
                </a:solidFill>
              </a:rPr>
              <a:t>Built in 48 hours  ·  React + Vite + Zustand  ·  No backend required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3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</a:rPr>
              <a:t>PERX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23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06B6D4"/>
                </a:solidFill>
              </a:rPr>
              <a:t>Smarter benefits for Albania's workforce.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82296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 dirty="0">
                <a:solidFill>
                  <a:srgbClr val="94A3B8"/>
                </a:solidFill>
              </a:rPr>
              <a:t>Tirana  ·  Hackathon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023360"/>
            <a:ext cx="3474720" cy="82296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411480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B6D4"/>
                </a:solidFill>
              </a:rPr>
              <a:t>GitHub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4114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github.com/adunga07/perx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0" y="1280160"/>
            <a:ext cx="256032" cy="2560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0332720" y="1920240"/>
            <a:ext cx="256032" cy="2560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0789920" y="2926080"/>
            <a:ext cx="256032" cy="2560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9326880" y="3657600"/>
            <a:ext cx="256032" cy="2560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630</Words>
  <Application>Microsoft Office PowerPoint</Application>
  <PresentationFormat>Custom</PresentationFormat>
  <Paragraphs>114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User</dc:creator>
  <cp:keywords/>
  <dc:description>generated using python-pptx</dc:description>
  <cp:lastModifiedBy>xhoana thano</cp:lastModifiedBy>
  <cp:revision>3</cp:revision>
  <dcterms:created xsi:type="dcterms:W3CDTF">2013-01-27T09:14:16Z</dcterms:created>
  <dcterms:modified xsi:type="dcterms:W3CDTF">2026-06-21T08:19:21Z</dcterms:modified>
  <cp:category/>
</cp:coreProperties>
</file>